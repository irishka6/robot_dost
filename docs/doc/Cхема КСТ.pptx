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893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C3B5CB-314F-D7D3-9CA5-1782166E0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9348CA-CC18-8938-170D-C381BA6A1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89C854-63D7-8098-CB97-4FFB4794D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83E529-6CC0-DA24-3BAB-20DF0E7A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AF2FB6-5C7D-8125-7BBA-F09908EA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447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7256DD-FBDD-2BAA-12C5-22FAC4FC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037E03-7F24-D1C8-FAF9-1CB0D4057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3A022F-CE71-E7E1-DAB3-4D3D0389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22E488-738B-D6FD-8C92-47388215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225B2-8DCD-8E35-E104-10197058A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91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CC6A-8C7B-CF4C-C539-7E2D7F7B2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C3AB04-5C5D-CDCB-0627-D863D711D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C743F2-C814-74B2-878B-40822708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8FA2E2-9709-6325-BBAF-0485CC74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8CCAEF-A933-EDF8-D083-7E7384E49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96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0C8BF-A39B-D4B4-3002-7E3236B8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E032F4-7DA3-3CC8-DD84-80CFC47AEE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5D325B-ADE6-5A03-692F-223F765CD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CC1BC5-1DBA-CFF8-987C-C4B1C7DD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9A0CA9-507A-1FF8-8512-B1782C6D4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47B73E-822B-0D91-3E48-DFA61A9E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88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E208E-3554-1A06-66E0-524818BDB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591435-E463-8E65-F7B1-04DB63FFB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C6FC24-CAA7-23AD-C90F-03D328A87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3C688A-1667-4973-9FD8-ED9C994BF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1B3026-631B-881C-35D1-A8C1202346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36DF0C6-06F7-4EC8-6244-3C965FF2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896C5A-CE4A-4B1E-4801-E0A33AED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624DED-95DC-DBC2-968E-78C3DD74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09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AD98A-3FDE-1719-E52B-BD342FEAE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B05ECA2-3AD0-4234-6F61-F84B9D07C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13299D7-1C16-9653-4927-B757B9BF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229136-C086-710C-D4BD-13EBEE01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60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E137DB-DC65-A067-81AB-40C903C5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507778-5FDB-ED0D-3217-A80F3D81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D223CB-5B32-ADBC-BD3B-7440DA08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9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57B28-0CBF-5C87-13D7-13A8DB84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342EAC-AA88-F5E9-C651-416EC3444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AEB25B-0B9F-8A5F-0771-42B32D318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76E265F-D525-6A21-F8BA-EF1EAA1F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92709B-FCFF-3CFB-8A64-12C752B2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07A6E1-DF09-F956-51CA-63C98E33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79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EECC5-8F6A-4585-FBD2-DAEF8D59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6AAE871-18B9-427A-FA31-3CD62D7D8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5499DAE-8FBB-D399-D11E-F7860B157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39DD52-1079-38D8-7FB0-170889C3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B178DE-7142-7333-CB46-472C080D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E61254-DB5E-E569-BAA0-2630A4F5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92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81753-F404-C343-DAA8-C072D498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656C7A-2739-09C3-99DA-3BDEDC23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CD0F52-D346-3ED0-41FB-30C8D451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CBDA1D-D92D-BA71-21CC-3C8A0D318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7B275D-1D22-5243-1ABF-11A18595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38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6BE4CC0-9675-ED58-A153-B7E8C6AD2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25BF0A-9AF0-215C-BE19-4DDFF1B7A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BDF967-1993-9121-AC3A-18D2661A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C679EF-913F-2424-E50B-AE04211B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B76C71-F387-6F6B-9107-F9EE2ACF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12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5418F-7FDF-FED3-6D4B-6B31FBFE6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78D77B-CC91-5E21-9F42-1CDD98A57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328E0D-EBC0-CEE8-EAF0-8F61EE5112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3F51F-1B4D-443A-BEDB-58054FE780CC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0EE6-1DE2-7BB1-111D-BF2E778D9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292E1E-8DED-217C-4C72-0CC613429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57299-D9C2-4302-84A3-B3C2BF4566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7451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6655BDEC-0179-4CD8-17B8-BF5D66F36B62}"/>
              </a:ext>
            </a:extLst>
          </p:cNvPr>
          <p:cNvCxnSpPr>
            <a:cxnSpLocks/>
          </p:cNvCxnSpPr>
          <p:nvPr/>
        </p:nvCxnSpPr>
        <p:spPr>
          <a:xfrm>
            <a:off x="2597507" y="1715770"/>
            <a:ext cx="1279034" cy="41766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98F582-C46C-42DD-7A8A-875CDB15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61" y="4660208"/>
            <a:ext cx="1379913" cy="13799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2636E7D-BC45-097D-2199-12369A884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28" y="2850803"/>
            <a:ext cx="1197033" cy="11970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2EA5E0-F26E-F1E3-FA2B-027EC7EEC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961" y="724129"/>
            <a:ext cx="1080655" cy="108065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ADFC019-3C01-2A54-19B2-2AC951A5C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557" y="858320"/>
            <a:ext cx="888274" cy="88827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577288A-59F2-C940-FED5-068777A381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2642" y="3353133"/>
            <a:ext cx="2801489" cy="280148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D7800B0-4B82-563E-DB04-CDFAD4D489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4281" y="782318"/>
            <a:ext cx="964276" cy="96427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4648BB8-246D-B1CA-9F06-7AF021C839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025" y="698381"/>
            <a:ext cx="1172194" cy="1172194"/>
          </a:xfrm>
          <a:prstGeom prst="rect">
            <a:avLst/>
          </a:prstGeom>
        </p:spPr>
      </p:pic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0748208F-EE59-1ED1-28D0-72C407950C94}"/>
              </a:ext>
            </a:extLst>
          </p:cNvPr>
          <p:cNvCxnSpPr>
            <a:cxnSpLocks/>
          </p:cNvCxnSpPr>
          <p:nvPr/>
        </p:nvCxnSpPr>
        <p:spPr>
          <a:xfrm flipH="1">
            <a:off x="782320" y="5892454"/>
            <a:ext cx="136525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3C7E58BF-05AE-8F84-3DB7-30F3E53EBB53}"/>
              </a:ext>
            </a:extLst>
          </p:cNvPr>
          <p:cNvCxnSpPr>
            <a:cxnSpLocks/>
          </p:cNvCxnSpPr>
          <p:nvPr/>
        </p:nvCxnSpPr>
        <p:spPr>
          <a:xfrm flipV="1">
            <a:off x="817880" y="3841206"/>
            <a:ext cx="0" cy="20512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D5F1C86-4D09-78A3-89A4-436E3FDFB070}"/>
              </a:ext>
            </a:extLst>
          </p:cNvPr>
          <p:cNvCxnSpPr>
            <a:cxnSpLocks/>
          </p:cNvCxnSpPr>
          <p:nvPr/>
        </p:nvCxnSpPr>
        <p:spPr>
          <a:xfrm flipV="1">
            <a:off x="840740" y="758765"/>
            <a:ext cx="0" cy="240752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96FC01C5-DCB8-BD6A-8D94-4DEF21ECDE06}"/>
              </a:ext>
            </a:extLst>
          </p:cNvPr>
          <p:cNvCxnSpPr>
            <a:cxnSpLocks/>
          </p:cNvCxnSpPr>
          <p:nvPr/>
        </p:nvCxnSpPr>
        <p:spPr>
          <a:xfrm flipH="1">
            <a:off x="817880" y="758765"/>
            <a:ext cx="1083564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7A871B4A-A33F-5871-7F81-C901304878F7}"/>
              </a:ext>
            </a:extLst>
          </p:cNvPr>
          <p:cNvCxnSpPr>
            <a:cxnSpLocks/>
          </p:cNvCxnSpPr>
          <p:nvPr/>
        </p:nvCxnSpPr>
        <p:spPr>
          <a:xfrm flipV="1">
            <a:off x="2118360" y="5350164"/>
            <a:ext cx="0" cy="54229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E3C0C0B-0774-116E-6B7E-8D86399B98D2}"/>
              </a:ext>
            </a:extLst>
          </p:cNvPr>
          <p:cNvCxnSpPr>
            <a:cxnSpLocks/>
          </p:cNvCxnSpPr>
          <p:nvPr/>
        </p:nvCxnSpPr>
        <p:spPr>
          <a:xfrm flipH="1">
            <a:off x="3749040" y="5892454"/>
            <a:ext cx="79044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Облачко с текстом: овальное 51">
            <a:extLst>
              <a:ext uri="{FF2B5EF4-FFF2-40B4-BE49-F238E27FC236}">
                <a16:creationId xmlns:a16="http://schemas.microsoft.com/office/drawing/2014/main" id="{8B013778-9F5B-422A-4061-7272D40FDDFD}"/>
              </a:ext>
            </a:extLst>
          </p:cNvPr>
          <p:cNvSpPr/>
          <p:nvPr/>
        </p:nvSpPr>
        <p:spPr>
          <a:xfrm>
            <a:off x="9631682" y="2625965"/>
            <a:ext cx="2021838" cy="1080653"/>
          </a:xfrm>
          <a:prstGeom prst="wedgeEllipseCallou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1"/>
                </a:solidFill>
              </a:rPr>
              <a:t>Робот доставщик</a:t>
            </a:r>
          </a:p>
          <a:p>
            <a:pPr algn="ctr"/>
            <a:r>
              <a:rPr lang="ru-RU" dirty="0">
                <a:solidFill>
                  <a:schemeClr val="accent1"/>
                </a:solidFill>
              </a:rPr>
              <a:t>с </a:t>
            </a:r>
            <a:r>
              <a:rPr lang="en-US" dirty="0">
                <a:solidFill>
                  <a:schemeClr val="accent1"/>
                </a:solidFill>
              </a:rPr>
              <a:t>wi-fi switch</a:t>
            </a:r>
            <a:r>
              <a:rPr lang="ru-RU" dirty="0">
                <a:solidFill>
                  <a:schemeClr val="accent1"/>
                </a:solidFill>
              </a:rPr>
              <a:t>  </a:t>
            </a:r>
          </a:p>
        </p:txBody>
      </p:sp>
      <p:sp>
        <p:nvSpPr>
          <p:cNvPr id="50" name="Облачко с текстом: овальное 49">
            <a:extLst>
              <a:ext uri="{FF2B5EF4-FFF2-40B4-BE49-F238E27FC236}">
                <a16:creationId xmlns:a16="http://schemas.microsoft.com/office/drawing/2014/main" id="{87F20AE5-A39B-E64A-B9FB-72075245BF50}"/>
              </a:ext>
            </a:extLst>
          </p:cNvPr>
          <p:cNvSpPr/>
          <p:nvPr/>
        </p:nvSpPr>
        <p:spPr>
          <a:xfrm>
            <a:off x="2597507" y="3614190"/>
            <a:ext cx="2021838" cy="1080653"/>
          </a:xfrm>
          <a:prstGeom prst="wedgeEllipseCallou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Linux</a:t>
            </a:r>
            <a:endParaRPr lang="ru-RU" sz="3200" dirty="0">
              <a:solidFill>
                <a:schemeClr val="accent1"/>
              </a:solidFill>
            </a:endParaRP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609A4182-67A7-AA2A-EEBD-F7493BE8E72A}"/>
              </a:ext>
            </a:extLst>
          </p:cNvPr>
          <p:cNvCxnSpPr>
            <a:cxnSpLocks/>
          </p:cNvCxnSpPr>
          <p:nvPr/>
        </p:nvCxnSpPr>
        <p:spPr>
          <a:xfrm>
            <a:off x="2917175" y="1359535"/>
            <a:ext cx="3952388" cy="45329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6CECAC29-ADEE-EA61-EC67-7794EA82049E}"/>
              </a:ext>
            </a:extLst>
          </p:cNvPr>
          <p:cNvCxnSpPr>
            <a:cxnSpLocks/>
          </p:cNvCxnSpPr>
          <p:nvPr/>
        </p:nvCxnSpPr>
        <p:spPr>
          <a:xfrm>
            <a:off x="4709759" y="1620520"/>
            <a:ext cx="1316391" cy="42719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E055F882-6B5B-A3FE-E163-7203E5DC61E9}"/>
              </a:ext>
            </a:extLst>
          </p:cNvPr>
          <p:cNvCxnSpPr>
            <a:cxnSpLocks/>
          </p:cNvCxnSpPr>
          <p:nvPr/>
        </p:nvCxnSpPr>
        <p:spPr>
          <a:xfrm>
            <a:off x="5237085" y="1620519"/>
            <a:ext cx="3806238" cy="427193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79FAD10B-03FB-C815-5161-ECF156548DA0}"/>
              </a:ext>
            </a:extLst>
          </p:cNvPr>
          <p:cNvCxnSpPr>
            <a:cxnSpLocks/>
          </p:cNvCxnSpPr>
          <p:nvPr/>
        </p:nvCxnSpPr>
        <p:spPr>
          <a:xfrm>
            <a:off x="8199910" y="1683557"/>
            <a:ext cx="49566" cy="420889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>
            <a:extLst>
              <a:ext uri="{FF2B5EF4-FFF2-40B4-BE49-F238E27FC236}">
                <a16:creationId xmlns:a16="http://schemas.microsoft.com/office/drawing/2014/main" id="{7A7FA29D-8D18-2B89-63E9-D90907730BD4}"/>
              </a:ext>
            </a:extLst>
          </p:cNvPr>
          <p:cNvCxnSpPr>
            <a:cxnSpLocks/>
          </p:cNvCxnSpPr>
          <p:nvPr/>
        </p:nvCxnSpPr>
        <p:spPr>
          <a:xfrm>
            <a:off x="8199910" y="1683557"/>
            <a:ext cx="732677" cy="210444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FE398721-24B0-6CD1-5B4E-4D444CFE3C1A}"/>
              </a:ext>
            </a:extLst>
          </p:cNvPr>
          <p:cNvSpPr/>
          <p:nvPr/>
        </p:nvSpPr>
        <p:spPr>
          <a:xfrm>
            <a:off x="4121209" y="5928014"/>
            <a:ext cx="1544320" cy="353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1"/>
                </a:solidFill>
              </a:rPr>
              <a:t>Область 1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D82281C5-96BD-ED7A-7A6E-2257785E3258}"/>
              </a:ext>
            </a:extLst>
          </p:cNvPr>
          <p:cNvSpPr/>
          <p:nvPr/>
        </p:nvSpPr>
        <p:spPr>
          <a:xfrm>
            <a:off x="6251783" y="5928014"/>
            <a:ext cx="1544320" cy="353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1"/>
                </a:solidFill>
              </a:rPr>
              <a:t>Область 2</a:t>
            </a: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6242C918-E75F-D9A0-8495-B0F30A5A7432}"/>
              </a:ext>
            </a:extLst>
          </p:cNvPr>
          <p:cNvSpPr/>
          <p:nvPr/>
        </p:nvSpPr>
        <p:spPr>
          <a:xfrm>
            <a:off x="8160427" y="5928012"/>
            <a:ext cx="1544320" cy="353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1"/>
                </a:solidFill>
              </a:rPr>
              <a:t>Область 3</a:t>
            </a: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FA48344B-535C-D349-83D8-865C3CF81A13}"/>
              </a:ext>
            </a:extLst>
          </p:cNvPr>
          <p:cNvSpPr/>
          <p:nvPr/>
        </p:nvSpPr>
        <p:spPr>
          <a:xfrm>
            <a:off x="4564197" y="274741"/>
            <a:ext cx="1544320" cy="353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Ethernet</a:t>
            </a:r>
            <a:endParaRPr lang="ru-RU" sz="2000" dirty="0">
              <a:solidFill>
                <a:schemeClr val="accent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D11BCC53-D300-13C9-EA17-D78DFA0D74EB}"/>
              </a:ext>
            </a:extLst>
          </p:cNvPr>
          <p:cNvSpPr/>
          <p:nvPr/>
        </p:nvSpPr>
        <p:spPr>
          <a:xfrm>
            <a:off x="1488257" y="274741"/>
            <a:ext cx="1544320" cy="353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IP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ru-RU" sz="2000" dirty="0">
                <a:solidFill>
                  <a:schemeClr val="accent1"/>
                </a:solidFill>
              </a:rPr>
              <a:t>камера</a:t>
            </a: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3C5A789F-0CB6-83B4-9B6D-4C61A45B6966}"/>
              </a:ext>
            </a:extLst>
          </p:cNvPr>
          <p:cNvSpPr/>
          <p:nvPr/>
        </p:nvSpPr>
        <p:spPr>
          <a:xfrm rot="16200000">
            <a:off x="-395253" y="3155713"/>
            <a:ext cx="1544320" cy="353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accent1"/>
                </a:solidFill>
              </a:rPr>
              <a:t>Коммутатор</a:t>
            </a: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1F07D6C2-DFD7-EB57-603B-14212C9907AD}"/>
              </a:ext>
            </a:extLst>
          </p:cNvPr>
          <p:cNvSpPr/>
          <p:nvPr/>
        </p:nvSpPr>
        <p:spPr>
          <a:xfrm>
            <a:off x="2118360" y="5968157"/>
            <a:ext cx="1895973" cy="626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900" dirty="0">
                <a:solidFill>
                  <a:schemeClr val="accent1"/>
                </a:solidFill>
              </a:rPr>
              <a:t>Сервер распознавания и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877457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20</Words>
  <Application>Microsoft Office PowerPoint</Application>
  <PresentationFormat>Широкоэкранный</PresentationFormat>
  <Paragraphs>10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Вика Аркашина</dc:creator>
  <cp:lastModifiedBy>Вика Аркашина</cp:lastModifiedBy>
  <cp:revision>1</cp:revision>
  <dcterms:created xsi:type="dcterms:W3CDTF">2026-02-28T08:48:59Z</dcterms:created>
  <dcterms:modified xsi:type="dcterms:W3CDTF">2026-02-28T09:07:40Z</dcterms:modified>
</cp:coreProperties>
</file>